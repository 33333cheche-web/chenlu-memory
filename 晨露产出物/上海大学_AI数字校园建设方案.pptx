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上海大学·无界AI数字校园建设方案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上海沃橙信息技术有限公司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建设方案汇报大纲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上海大学·无界AI数字校园\n\n领航全国高校数智转型的全域数智中枢与产教生态基座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第一部分：时代定位与破局战略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时代考题与生存危机\n• AIGC浪潮下，传统文科、艺术类专业就业率承压\n• 产业界数百万级AI应用人才缺口\n• 校内资源孤岛与内耗\n• 传统教学系统性滞后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国际成功案例：佛罗里达大学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UF的AI全域转型奇迹\n\n• 2020年起依托统一超算\n• 三年实现16个学院AI课程全覆盖\n• 确立全美首座AI大学地位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破局愿景：上海模式的超越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首创国内标杆\n• 上海首个、全国首座AI学校\n• 全校级云原生AI生态底座\n• 打破院系壁垒\n• 产教实战中枢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第二部分：顶层架构与核心能力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能力铁三角协同机制\n\n• 上海大学：跨院系协调、生源师资场地\n• 中国联通：云网一体算力基座\n• 沃橙信息：技术中台与商业转化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三级算力池统筹方案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智能调度机制\n\n• 公共基础池\n• 院系整机池\n• 零星弹性池\n\n实现削峰填谷与统一纳管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全域数智中枢四大功能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教学辅助全覆盖\n2. 数字内容工场\n3. 产教实践中枢\n4. 权威人才认证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第三部分：一期先导工程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先导示范区：上海大学美术学院\n\n核心引擎：OPC人才孵化体系\n• Know-How转化为SKILL\n• 8周三阶段培训\n• 三级进阶认证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第四部分：商业闭环与变现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头部企业需求直通车\n• 腾讯游戏、网易游戏、米哈游\n• 莉莉丝、风语筑\n\n高价值场景：K12数字化、文旅元宇宙、政企服务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第五部分：推进路径与规划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四阶段落地里程碑\n\n第1-3月：基础架构与MVP上线\n第3-5月：美院孵化启动\n第6-12月：商业闭环与多院系辐射\n第2-3年：全域覆盖与规模化输出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经费与资金策略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前期启动：500万-1000万\n• 依托上大自有资金\n• 完成底座搭建与资源打通\n\n长期愿景：约2亿项目综合价值\n• 申报市级/区级专项补贴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上海大学·无界AI数字校园\n\n用代码构建世界，用可爱温暖人心～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